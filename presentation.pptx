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43B"/>
                </a:solidFill>
              </a:rPr>
              <a:t>问题与使用者（约 30 秒）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使用者：准备历史展览、需要解释数据和模型局限的博物馆教育团队。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输入：Kaggle Titanic train.csv，891 行、12 列真实乘客记录。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输出：多数类基线与随机森林在同一留出测试集上的指标，以及真实错误乘客。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最重要错误：真实幸存却被预测为未幸存，即假阴性。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Day 1 | 吕绍康 U202412686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43B"/>
                </a:solidFill>
              </a:rPr>
              <a:t>方法与基线（约 45 秒）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固定 75/25 分层划分，随机种子 42；两个模型面对同一批 223 名测试乘客。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预处理：数值列使用训练集的中位数填补；类别列使用众数填补并独热编码。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基线：DummyClassifier(most_frequent)，永远猜训练集最多的类别。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候选：相同预处理之后接 RandomForestClassifier(random_state=42)。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Day 1 | 吕绍康 U202412686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43B"/>
                </a:solidFill>
              </a:rPr>
              <a:t>最重要证据（约 60 秒）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数据检查通过：891 行；Age 缺失 177，Embarked 缺失 2；3 个测试全部通过。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223 名留出乘客：accuracy 0.6143 到 0.7444；survivor recall 0 到 0.6279；F1 0 到 0.6545。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混淆矩阵：[[137, 0], [86, 0]] 到 [[112, 25], [32, 54]]。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假阴性从 86 人降到 32 人，因此候选模型更有用，但仍有明显错误。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Day 1 | 吕绍康 U202412686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43B"/>
                </a:solidFill>
              </a:rPr>
              <a:t>失败、限制与下一问题（约 45 秒）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真实假阴性：PassengerId 348，三等舱女性，年龄缺失、票价 16.1；实际幸存，预测未幸存。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该错误说明模型会漏判个体；它不能证明某个字段造成了历史结果或精确导致模型判断。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限制：单一历史数据集、一次固定划分、观察性数据，不用于现代救援。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0343A"/>
                </a:solidFill>
              </a:rPr>
              <a:t>下一步：比较所有假阴性与真阳性在舱位、性别和年龄缺失上的分布。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Day 1 | 吕绍康 U202412686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Explain Titanic Prediction Errors</dc:title>
  <dc:subject>Day 1 Titanic classification</dc:subject>
  <dc:creator>吕绍康 U202412686</dc:creator>
  <cp:lastModifiedBy>吕绍康 U202412686</cp:lastModifiedBy>
  <cp:revision>1</cp:revision>
  <dcterms:created xsi:type="dcterms:W3CDTF">2026-08-17T10:52:11Z</dcterms:created>
  <dcterms:modified xsi:type="dcterms:W3CDTF">2026-08-17T10:52:11Z</dcterms:modified>
</cp:coreProperties>
</file>